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" name="Shape 13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text"/>
          <p:cNvSpPr txBox="1"/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pPr/>
            <a:r>
              <a:t>Titeltext</a:t>
            </a:r>
          </a:p>
        </p:txBody>
      </p:sp>
      <p:sp>
        <p:nvSpPr>
          <p:cNvPr id="12" name="Textebene 1…"/>
          <p:cNvSpPr txBox="1"/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3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lick auf den Strand und das Meer von einer grasbedeckten Sanddüne"/>
          <p:cNvSpPr/>
          <p:nvPr>
            <p:ph type="pic" idx="21"/>
          </p:nvPr>
        </p:nvSpPr>
        <p:spPr>
          <a:xfrm>
            <a:off x="3125968" y="-393700"/>
            <a:ext cx="18135601" cy="12090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eltext"/>
          <p:cNvSpPr txBox="1"/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pPr/>
            <a:r>
              <a:t>Titeltext</a:t>
            </a:r>
          </a:p>
        </p:txBody>
      </p:sp>
      <p:sp>
        <p:nvSpPr>
          <p:cNvPr id="22" name="Textebene 1…"/>
          <p:cNvSpPr txBox="1"/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3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- Mi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eltext"/>
          <p:cNvSpPr txBox="1"/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31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 -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iher, der in niedriger Höhe über einen Strand fliegt, mit einem kurzen Zaun im Vordergrund"/>
          <p:cNvSpPr/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eltext"/>
          <p:cNvSpPr txBox="1"/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pPr/>
            <a:r>
              <a:t>Titeltext</a:t>
            </a:r>
          </a:p>
        </p:txBody>
      </p:sp>
      <p:sp>
        <p:nvSpPr>
          <p:cNvPr id="40" name="Textebene 1…"/>
          <p:cNvSpPr txBox="1"/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1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- O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49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&amp; 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57" name="Textebene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58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, Punkte &amp;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iger Weg zwischen zwei Hügeln, die ans Meer führen"/>
          <p:cNvSpPr/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67" name="Textebene 1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68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, Punkte &amp; Livevideo –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76" name="Textebene 1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77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, Punkte &amp; Livevideo –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85" name="Textebene 1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86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ebene 1…"/>
          <p:cNvSpPr txBox="1"/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94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 - 3 Stü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andiger Weg zwischen zwei Hügeln, die ans Meer führen"/>
          <p:cNvSpPr/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2" name="Reiher, der in niedriger Höhe über einen Strand fliegt, mit einem kurzen Zaun im Vordergrund"/>
          <p:cNvSpPr/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Blick auf den Strand und das Meer von einer grasbedeckten Sanddüne"/>
          <p:cNvSpPr/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4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Christian Bauer"/>
          <p:cNvSpPr txBox="1"/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3200"/>
            </a:lvl1pPr>
          </a:lstStyle>
          <a:p>
            <a:pPr/>
            <a:r>
              <a:t>–Christian Bauer</a:t>
            </a:r>
          </a:p>
        </p:txBody>
      </p:sp>
      <p:sp>
        <p:nvSpPr>
          <p:cNvPr id="112" name="„Zitat hier eingeben.“"/>
          <p:cNvSpPr txBox="1"/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„Zitat hier eingeben.“ </a:t>
            </a:r>
          </a:p>
        </p:txBody>
      </p:sp>
      <p:sp>
        <p:nvSpPr>
          <p:cNvPr id="113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Blick auf den Strand und das Meer von einer grasbedeckten Sanddüne"/>
          <p:cNvSpPr/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21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text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Titeltext</a:t>
            </a:r>
          </a:p>
        </p:txBody>
      </p:sp>
      <p:sp>
        <p:nvSpPr>
          <p:cNvPr id="3" name="Textebene 1…"/>
          <p:cNvSpPr txBox="1"/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" name="Foliennummer"/>
          <p:cNvSpPr txBox="1"/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itle Slid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Slide 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itle Slid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Slide 2</a:t>
            </a:r>
          </a:p>
        </p:txBody>
      </p:sp>
      <p:sp>
        <p:nvSpPr>
          <p:cNvPr id="140" name="Zum Bearbeiten doppelklicken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