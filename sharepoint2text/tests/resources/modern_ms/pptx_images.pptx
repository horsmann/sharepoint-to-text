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EB299C-B87B-4685-91EB-17599DDBBD0F}" v="13" dt="2026-02-01T10:44:08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BD2C0FA6-D5EB-590A-7899-E6C215F9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571750"/>
            <a:ext cx="10706100" cy="17145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4048DF5-94DD-5EAC-DEE7-43C53ED3D97E}"/>
              </a:ext>
            </a:extLst>
          </p:cNvPr>
          <p:cNvSpPr txBox="1"/>
          <p:nvPr/>
        </p:nvSpPr>
        <p:spPr>
          <a:xfrm>
            <a:off x="1427891" y="1400432"/>
            <a:ext cx="3157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PPTX </a:t>
            </a:r>
            <a:r>
              <a:rPr lang="de-DE" dirty="0" err="1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2026-02-01T10:40:54Z</dcterms:created>
  <dcterms:modified xsi:type="dcterms:W3CDTF">2026-02-01T10:44:13Z</dcterms:modified>
</cp:coreProperties>
</file>